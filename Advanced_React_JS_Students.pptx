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58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JS  •  ADVANCED MODULE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2376" y="1426464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React Apps</a:t>
            </a:r>
            <a:endParaRPr lang="en-US" sz="4900" dirty="0"/>
          </a:p>
          <a:p>
            <a:pPr algn="l" indent="0" marL="0">
              <a:buNone/>
            </a:pPr>
            <a:r>
              <a:rPr lang="en-US" sz="49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 a Pro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758952" y="4160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 •  Hooks  •  State  •  APIs  •  Forms  •  Performance  •  Testing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58952" y="5641848"/>
            <a:ext cx="5577840" cy="502920"/>
          </a:xfrm>
          <a:prstGeom prst="roundRect">
            <a:avLst>
              <a:gd name="adj" fmla="val 29091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57424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Course Dashboard • Live coding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will build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students can confidently: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21408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39696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multi-page React app with nested routes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2770632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44368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right state-management pattern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575304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remote data safely and display UI states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4379976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35424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53712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897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reusable forms, hooks, and components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" y="5184648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40096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58384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optimize, and ship a working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Recommended: 2 sessions × 2 hours + project 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Architecture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design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ownership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Folder organization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App Logic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reducer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hooks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Quality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forms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we level 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prerequisite check: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21408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39696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JSX and props: parent → child data 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2770632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44368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useState: local UI state and immutable updates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575304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useEffect: synchronization with external systems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4379976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35424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53712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897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map/filter: render and update collections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" y="5184648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40096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58384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inputs: value and onChange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in components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a page into logical building blocks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CourseDashboardPage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page-level layout and data needs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CourseList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components around one user task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Primitive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Button, Input, Badge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visual elements without business logic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project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feature-first structure scales better than one giant components folder.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src/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app/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App.jsx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router.jsx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features/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courses/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CourseList.jsx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CourseForm.jsx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useCourses.js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components/ui/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Button.jsx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LoadingState.jsx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context/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CourseContext.jsx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pages/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DashboardPage.jsx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main.jsx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related files close. Organize by feature, not only by file extension.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vs shared vs server state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decide who owns the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open?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text?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useState in the component.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client state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filters across pages?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Context + reducer if needed.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state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 from an API?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loading, error, and caching needs.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and initialize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uses the current declarative React Router package API.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create vite@latest course-dashboard -- --template react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course-dashboard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install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install react-router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run dev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src/main.jsx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createRoot } from 'react-dom/client';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BrowserRouter } from 'react-router';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App from './app/App.jsx';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createRoot(document.getElementById('root')).render(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&lt;BrowserRouter&gt;&lt;App /&gt;&lt;/BrowserRouter&gt;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Router makes URL paths map to screen components without a full page refresh.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+ navigation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 are still ordinary React components.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src/app/App.jsx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Routes, Route, NavLink } from 'react-router';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DashboardPage from '../pages/DashboardPage';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CoursesPage from '../pages/CoursesPage';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function App()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&lt;nav&gt;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&lt;NavLink to="/"&gt;Dashboard&lt;/NavLink&gt;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&lt;NavLink to="/courses"&gt;Courses&lt;/NavLink&gt;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&lt;/nav&gt;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&lt;Routes&gt;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&lt;Route path="/" element={&lt;DashboardPage /&gt;} 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&lt;Route path="/courses" element={&lt;CoursesPage /&gt;} 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&lt;Route path="*" element={&lt;h2&gt;404 Not Found&lt;/h2&gt;} 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&lt;/Routes&gt;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NavLink for active navigation; always provide a not-found route.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route params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URL can identify a specific item.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Routes, Route, useParams } from 'react-router';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CourseDetailsPage()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{ courseId } = useParams();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&lt;h1&gt;Course ID: {courseId}&lt;/h1&gt;;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Inside &lt;Routes&gt;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&lt;Route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path="/courses/:courseId"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element={&lt;CourseDetailsPage /&gt;}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/&gt;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Navigate to /courses/101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Params arrive as strings. Validate values before requesting data.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useReducer for complex updates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state transitions in one pure function.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initialState = { courses: [], search: '' 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reducer(state, action)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switch (action.type)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'course/added':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{ ...state, courses: [...state.courses, action.course] 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'course/removed':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{ ...state, courses: state.courses.filter(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 =&gt; c.id !== action.id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) 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case 'search/changed':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{ ...state, search: action.value 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default: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return state;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[state, dispatch] = useReducer(reducer, initialState);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several actions change related state. Never mutate existing arrays.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useReducer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data without drilling props through every level.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CourseContext = createContext(null);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function CourseProvider({ children })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[state, dispatch] = useReducer(reducer, initialState);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&lt;CourseContext.Provider value={{ state, dispatch }}&gt;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{children}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&lt;/CourseContext.Provider&gt;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function useCourseContext()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value = useContext(CourseContext);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(!value) throw new Error('Missing CourseProvider');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value;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Wrap App with &lt;CourseProvider&gt;...&lt;/CourseProvider&gt;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distributes values; reducer describes how state changes. Avoid using one giant context for everything.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useEffect: not for everything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you are synchronizing with something outside React.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5413248" cy="4069080"/>
          </a:xfrm>
          <a:prstGeom prst="roundRect">
            <a:avLst>
              <a:gd name="adj" fmla="val 359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useEffect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1947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calls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APIs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Timers with cleanup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9632" y="2039112"/>
            <a:ext cx="5413248" cy="4069080"/>
          </a:xfrm>
          <a:prstGeom prst="roundRect">
            <a:avLst>
              <a:gd name="adj" fmla="val 3596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22576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useEffect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491947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filtered arrays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totals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button clicks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props into state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with loading, error, cleanup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safe request pattern for beginner-to-advanced progression.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useCourses()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[courses, setCourses] = useState([]);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[loading, setLoading] = useState(true);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[error, setError] = useState('');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useEffect(()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controller = new AbortController();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async function load()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try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const res = await fetch('/api/courses', { signal: controller.signal });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(!res.ok) throw new Error('Request failed');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setCourses(await res.json());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 catch (err)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(err.name !== 'AbortError') setError(err.message);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 finally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(!controller.signal.aborted) setLoading(false);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load();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() =&gt; controller.abort();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}, []);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{ courses, loading, error };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APIs require loading, empty and error UI. Abort pending fetch when the effect cleans up.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hooks: reusable behavior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stateful logic out of your visual components.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useDebouncedValue(value, delay = 300)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[debounced, setDebounced] = useState(value);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useEffect(() =&gt;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id = setTimeout(() =&gt; setDebounced(value), delay);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() =&gt; clearTimeout(id);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}, [value, delay]);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debounced;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SearchCourses({ courses })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[query, setQuery] = useState('');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slowQuery = useDebouncedValue(query);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visible = courses.filter(course =&gt;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course.title.toLowerCase().includes(slowQuery.toLowerCase())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/* input + visible list */ null;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names begin with use. Debouncing reduces how often a changing value is acted on.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UX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states every API page needs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the “blank screen” user experience.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21408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39696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Loading: skeleton or helpful progress message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2770632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44368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Error: clear explanation with Retry button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575304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Empty: friendly guidance to create first item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4379976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35424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53712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897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Success: accessible list or table with real data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forms with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when saving, not only with HTML attributes.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[form, setForm] = useState({ title: '', capacity: '' });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[message, setMessage] = useState('');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handleSubmit(e)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e.preventDefault();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title = form.title.trim();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capacity = Number(form.capacity);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(!title || !Number.isInteger(capacity) || capacity &lt; 1)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setMessage('Provide title and positive capacity.');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onSave({ title, capacity });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&lt;form onSubmit={handleSubmit}&gt;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&lt;input value={form.title} onChange={e =&gt;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setForm(f =&gt; ({ ...f, title: e.target.value }))} /&gt;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&lt;button type="submit"&gt;Save&lt;/button&gt;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show labels and validation messages to assist keyboard and screen-reader users.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smarter, not more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comes after correct behavior.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useMemo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Memoize expensive derived calculations. Not every filter needs memoization.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useCallback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function reference stable when it helps memoized children.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React.memo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some rerenders when props are unchanged; measure actual impact first.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Lazy-load heavy pages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can split code into smaller bundles.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lazy, Suspense } from 'react';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Routes, Route } from 'react-router';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ReportsPage = lazy(() =&gt; import('../pages/ReportsPage'));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default function AppRoutes()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&lt;Suspense fallback={&lt;p&gt;Loading page...&lt;/p&gt;}&gt;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&lt;Routes&gt;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&lt;Route path="/reports" element={&lt;ReportsPage /&gt;} /&gt;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&lt;/Routes&gt;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&lt;/Suspense&gt;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);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lazy + Suspense loads a page component only when that module is needed.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includes more than appearance.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 order works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focus styles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are buttons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label, main, nav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 hierarchy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 text for images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Announce errors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use color alone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loading states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behavior, not implementation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with Vitest + React Testing Library.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npm install -D vitest jsdom @testing-library/react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CourseCard.test.jsx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render, screen } from '@testing-library/react';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{ test, expect } from 'vitest';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CourseCard from './CourseCard';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test('shows course title', ()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render(&lt;CourseCard course={{ id: 1, title: 'React' }} /&gt;);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expect(screen.getByText('React')).toBeTruthy();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});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Add test script and jsdom setup to project config.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what students can see and do. Configure Vitest and the jsdom environment before running.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≠ security boundary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mindset even for a classroom project.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assume a hidden button prevents unauthorized actions.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again on the server. Treat API data as untrusted.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put secret API keys in React client code or public Vite env vars.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Course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app your learners can showcase.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/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 /courses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/courses/:id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fallback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+ search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Add/remove courses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validation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Loading/error/empty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Context/reducer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custom hook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working test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sample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local mock data before connecting a real backend.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7516368" cy="4160520"/>
          </a:xfrm>
          <a:prstGeom prst="roundRect">
            <a:avLst>
              <a:gd name="adj" fmla="val 3516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7022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 const sampleCourses = [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id: 'r101', title: 'React Fundamentals', capacity: 30 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id: 'r201', title: 'React Router', capacity: 25 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id: 'r301', title: 'React Hooks', capacity: 20 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];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Challenge: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1. Show total number of courses.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2. Search course titles without mutating the source array.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3. Add and remove courses using reducer actions.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4. Navigate to course details by ID.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5. Show empty state when nothing matches.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57032" y="1975104"/>
            <a:ext cx="3337560" cy="4160520"/>
          </a:xfrm>
          <a:prstGeom prst="roundRect">
            <a:avLst>
              <a:gd name="adj" fmla="val 438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local; then replace mock data with an API. This makes debugging easier.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lab • 45 minutes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programming; submit a runnable repository.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21408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39696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— Install + create two routes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2770632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44368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— Display course cards and details page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575304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— Add reducer actions + context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4379976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35424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53712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897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— Search form + validation + empty state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" y="5184648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40096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58384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— Demo to partner and share one improvement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 • 100 points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scoring for student submissions.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Functionality · 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actions 15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+ validation 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2511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quality · 35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15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Hooks/state 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code 10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74152" y="2039112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2257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· 25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0449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UI 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states 10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explain their reasoning.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" y="1965960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21408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39696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075688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state be lifted to a parent?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2770632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26080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944368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useReducer different from useState?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76072" y="3575304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30752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49040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685032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return a cleanup function from useEffect?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4379976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B294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35424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53712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4897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do dynamic routes solve?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" y="5184648"/>
            <a:ext cx="10972800" cy="658368"/>
          </a:xfrm>
          <a:prstGeom prst="roundRect">
            <a:avLst>
              <a:gd name="adj" fmla="val 22222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40096"/>
            <a:ext cx="320040" cy="320040"/>
          </a:xfrm>
          <a:prstGeom prst="roundRect">
            <a:avLst>
              <a:gd name="adj" fmla="val 45714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58384"/>
            <a:ext cx="182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3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294376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is React.memo useful—and when is it not?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for maintainability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3560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should explain every abstraction they add.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REACT JS  •  CLASSROOM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29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" y="2240280"/>
            <a:ext cx="11000232" cy="3502152"/>
          </a:xfrm>
          <a:prstGeom prst="roundRect">
            <a:avLst>
              <a:gd name="adj" fmla="val 4178"/>
            </a:avLst>
          </a:prstGeom>
          <a:solidFill>
            <a:srgbClr val="151D32"/>
          </a:solidFill>
          <a:ln w="12700">
            <a:solidFill>
              <a:srgbClr val="151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43200"/>
            <a:ext cx="10378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simple → Extract repeated logic → Measure → Improve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your own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4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Dashboard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413308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8B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original feature: sort, edit, saved preferences, or charts.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• QUESTIONS &amp; LIVE DEMO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JS — From Components to Production Patterns</dc:title>
  <dc:subject>Advanced React JS classroom slides</dc:subject>
  <dc:creator>GGH Software Development Services</dc:creator>
  <cp:lastModifiedBy>GGH Software Development Services</cp:lastModifiedBy>
  <cp:revision>1</cp:revision>
  <dcterms:created xsi:type="dcterms:W3CDTF">2026-10-15T02:05:52Z</dcterms:created>
  <dcterms:modified xsi:type="dcterms:W3CDTF">2026-10-15T02:05:52Z</dcterms:modified>
</cp:coreProperties>
</file>